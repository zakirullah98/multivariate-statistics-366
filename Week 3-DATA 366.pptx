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7"/>
    <p:restoredTop sz="94556"/>
  </p:normalViewPr>
  <p:slideViewPr>
    <p:cSldViewPr snapToGrid="0">
      <p:cViewPr varScale="1">
        <p:scale>
          <a:sx n="112" d="100"/>
          <a:sy n="112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8AAA-616C-5D21-C585-1368A843E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58289-1AB5-4666-E1E9-DA4CC540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D75A-2087-7B59-1C6E-F1E594E5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7848-2D1A-B7B4-3DDE-3835FAC4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F6DE-23B2-35FA-250F-3D6CCBB5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6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77B3-DA0C-52A6-46B3-46E13654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1C58-4F30-9986-8D5A-1FF134AE5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C269-A2E5-4C64-A4D5-B8FEE135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016DE-23AF-7A65-18BA-B4F055C5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C23A6-08B1-4C74-5061-5E7E53A4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77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33A1-126F-F02E-7A5E-A0D60770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A3F13-AC0C-6B8B-3F97-CE53ABA89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44712-5A75-A804-7030-96F54AB7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70337-3290-D277-94ED-82FF1C9F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D6C97-3795-0637-23C2-EF397E8E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5C0D-2891-634E-8C05-D78E3EBE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D0DA-D00A-9818-6C7B-1C457B82C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1C7B2-49F3-FE1C-4891-DD678F8C9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81F6E-A790-DCD8-DF93-79A6AC70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91F38-85A8-D13A-1EA1-986EC08B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E2534-C58C-576C-2ABB-BAA371DC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1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F8CA-45F1-5B5A-E29C-3BB0C604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71EA1-69C1-EA76-CB91-61D5714E5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AB7E6-DC54-0C5A-1AFF-5F9F3914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8F3DC-A08E-DAD3-0641-893132A14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20DA3-81D1-F039-8EE0-9F741CCC6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C2F93-1DF4-A363-E42D-BABDBCA0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49E9A-BB9A-1130-C277-CAA25801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23928-16DF-5D79-04FD-E9FBAE97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07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7741-187F-6313-D1E1-3996ACE1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1DC3C-5A8D-60D9-7ABD-8D28F5DC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03B3-99E7-DDFA-5D9E-18BFC2F1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B4725-6EBE-F775-2117-F5D4A5AF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6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968C9-DBBA-2A9F-EF11-66590AE5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6A31F-0489-2E50-417E-875A395F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E3429-985E-56FC-8910-F8AF7BE9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AF20-0C23-99D2-347B-BCF96B38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87C29-22FC-C11D-36FC-9C131CED8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8F584-9EFB-149B-FA51-A7F55A8AB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7F107-0745-41AE-8A36-A0C7A7FD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6FC7-BDE7-61FA-06A6-3B2EB426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85E9F-35B5-4E54-BCDA-9079E3DD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54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6E17-4D47-F5D0-7DE8-E2DBBF82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A999E-C2E4-3FE2-91F2-5BE4400B7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A008F-7407-7081-726B-2A71239F7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104A3-4E47-9846-1528-FE4374E1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F1695-A62C-5D3B-319D-1C1B1478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03A8B-5FAC-D952-10C4-16FBCAB2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1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ECED-7DC9-52F9-ABFF-C585B6AA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C8580-4632-E89C-B729-823208B0E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1FC1D-885F-FA86-14DB-E62FECB0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77F2E-F715-163D-0CD2-94363A86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DEAE6-A7D5-32C7-D55E-1AE930E1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89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2437F-D74B-5FFC-B018-FA61C1330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CD000-53A1-05D0-AA49-22DF9DAC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97BF-0811-1D69-9BD2-4667AA7B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8901-181D-9603-64D4-7CC858B4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4BEFC-7A35-1D48-E233-68EBA8A0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6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AA1D2-DD0F-AD4D-B42E-A9336029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FD254-C81B-12FA-E510-093D2CD1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A0A0E-D182-D663-C9A6-BA640AAAC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63CA0-9B33-2547-A777-CA99C11D96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19EFD-1987-06F2-0D5F-0116CA77C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37FB8-D7E2-E687-D1EA-DEED084A0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0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8CE36-BFBF-9F74-0D23-4412B7228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220" y="1741337"/>
            <a:ext cx="11381491" cy="2387918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Introduction to Multivariate Statistics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DATA 366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05301-448C-A717-DF3F-F95C657A1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505" y="4404732"/>
            <a:ext cx="6740685" cy="128239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 Week 3 </a:t>
            </a:r>
          </a:p>
          <a:p>
            <a:r>
              <a:rPr lang="en-US" b="1" dirty="0">
                <a:solidFill>
                  <a:schemeClr val="tx2"/>
                </a:solidFill>
              </a:rPr>
              <a:t>  </a:t>
            </a:r>
            <a:r>
              <a:rPr lang="en-US" dirty="0">
                <a:solidFill>
                  <a:schemeClr val="tx2"/>
                </a:solidFill>
              </a:rPr>
              <a:t>Dr. </a:t>
            </a:r>
            <a:r>
              <a:rPr lang="en-US" dirty="0" err="1">
                <a:solidFill>
                  <a:schemeClr val="tx2"/>
                </a:solidFill>
              </a:rPr>
              <a:t>Nazish</a:t>
            </a:r>
            <a:r>
              <a:rPr lang="en-US" dirty="0">
                <a:solidFill>
                  <a:schemeClr val="tx2"/>
                </a:solidFill>
              </a:rPr>
              <a:t> Shahid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284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5352-2260-A26E-7BBA-B168C0B6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365125"/>
            <a:ext cx="11864898" cy="1656857"/>
          </a:xfrm>
        </p:spPr>
        <p:txBody>
          <a:bodyPr/>
          <a:lstStyle/>
          <a:p>
            <a:r>
              <a:rPr lang="en-US" b="1" dirty="0"/>
              <a:t>Random Vectors and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AADC-3434-81BD-3088-7C8C9EF4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794510"/>
            <a:ext cx="11864898" cy="49631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Random Vector and Random Matrix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Expected Value of a Random Vector and Random Matrix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Means Vector and Covariance Matrix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Independent Variables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Correlation Coefficient and Population Correlation Matrix</a:t>
            </a:r>
          </a:p>
          <a:p>
            <a:endParaRPr lang="en-US" sz="2800" b="1" dirty="0"/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01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11773</TotalTime>
  <Words>46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Introduction to Multivariate Statistics DATA 366</vt:lpstr>
      <vt:lpstr>Random Vectors and Matrices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Multivariate Statistics DATA 366</dc:title>
  <dc:creator>Nazish Shahid</dc:creator>
  <cp:lastModifiedBy>Nazish Shahid</cp:lastModifiedBy>
  <cp:revision>319</cp:revision>
  <dcterms:created xsi:type="dcterms:W3CDTF">2025-07-02T15:51:51Z</dcterms:created>
  <dcterms:modified xsi:type="dcterms:W3CDTF">2025-09-03T03:49:13Z</dcterms:modified>
</cp:coreProperties>
</file>